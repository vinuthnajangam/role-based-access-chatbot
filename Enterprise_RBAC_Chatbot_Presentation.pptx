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RBAC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Security-First AI with RAG + RBAC</a:t>
            </a:r>
          </a:p>
          <a:p>
            <a:r>
              <a:t>Step-by-Step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Enterprise AI Assistant</a:t>
            </a:r>
          </a:p>
          <a:p>
            <a:r>
              <a:t>• Uses RAG + RBAC</a:t>
            </a:r>
          </a:p>
          <a:p>
            <a:r>
              <a:t>• Ensures secure information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Retrieval-Augmented Generation</a:t>
            </a:r>
          </a:p>
          <a:p>
            <a:r>
              <a:t>• Combines search + LLM</a:t>
            </a:r>
          </a:p>
          <a:p>
            <a:r>
              <a:t>• Uses company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RBAC?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Role-Based Access Control</a:t>
            </a:r>
          </a:p>
          <a:p>
            <a:r>
              <a:t>• Prevents data leakage</a:t>
            </a:r>
          </a:p>
          <a:p>
            <a:r>
              <a:t>• Department-wise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Ingestion</a:t>
            </a:r>
          </a:p>
          <a:p>
            <a:r>
              <a:t>2. Vector Storage</a:t>
            </a:r>
          </a:p>
          <a:p>
            <a:r>
              <a:t>3. Secure Retrieval</a:t>
            </a:r>
          </a:p>
          <a:p>
            <a:r>
              <a:t>4. Response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Markdown, CSV parsing</a:t>
            </a:r>
          </a:p>
          <a:p>
            <a:r>
              <a:t>• Text chunking (500–1000 chars)</a:t>
            </a:r>
          </a:p>
          <a:p>
            <a:r>
              <a:t>• Metadata tagging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all-MiniLM-L6-v2</a:t>
            </a:r>
          </a:p>
          <a:p>
            <a:r>
              <a:t>• Converts text to embeddings</a:t>
            </a:r>
          </a:p>
          <a:p>
            <a:r>
              <a:t>• Stored in ChromaDB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embedding</a:t>
            </a:r>
          </a:p>
          <a:p>
            <a:r>
              <a:t>• Semantic similarity search</a:t>
            </a:r>
          </a:p>
          <a:p>
            <a:r>
              <a:t>• RBAC filtering using JWT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user:</a:t>
            </a:r>
          </a:p>
          <a:p>
            <a:r>
              <a:t>✔ HR Docs</a:t>
            </a:r>
          </a:p>
          <a:p>
            <a:r>
              <a:t>✔ General Docs</a:t>
            </a:r>
          </a:p>
          <a:p>
            <a:r>
              <a:t>✖ Finance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Authorized context only</a:t>
            </a:r>
          </a:p>
          <a:p>
            <a:r>
              <a:t>• Strict prompt rules</a:t>
            </a:r>
          </a:p>
          <a:p>
            <a:r>
              <a:t>• No hallucination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Hugging Face API</a:t>
            </a:r>
          </a:p>
          <a:p>
            <a:r>
              <a:t>• Phi-3-mini-4k-instruct</a:t>
            </a:r>
          </a:p>
          <a:p>
            <a:r>
              <a:t>• Ollama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JWT Authentication</a:t>
            </a:r>
          </a:p>
          <a:p>
            <a:r>
              <a:t>• Doc-level Authorization</a:t>
            </a:r>
          </a:p>
          <a:p>
            <a:r>
              <a:t>• Audit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(HF API)</a:t>
            </a:r>
          </a:p>
          <a:p>
            <a:r>
              <a:t>• Local (Ollama)</a:t>
            </a:r>
          </a:p>
          <a:p>
            <a:r>
              <a:t>• Hybrid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AI for enterprises</a:t>
            </a:r>
          </a:p>
          <a:p>
            <a:r>
              <a:t>• Scalable &amp; auditable</a:t>
            </a:r>
          </a:p>
          <a:p>
            <a:r>
              <a:t>• Privacy-first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